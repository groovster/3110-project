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t>12/10/2025</a:t>
            </a:fld>
            <a:endParaRPr lang="en-US" spc="5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jpe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12" Type="http://schemas.openxmlformats.org/officeDocument/2006/relationships/image" Target="../media/image5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4.jpeg"/><Relationship Id="rId5" Type="http://schemas.openxmlformats.org/officeDocument/2006/relationships/tags" Target="../tags/tag5.xml"/><Relationship Id="rId10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white scarf&#10;&#10;AI-generated content may be incorrect.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13" y="90038"/>
            <a:ext cx="2224209" cy="3054585"/>
          </a:xfrm>
          <a:prstGeom prst="rect">
            <a:avLst/>
          </a:prstGeom>
        </p:spPr>
      </p:pic>
      <p:sp>
        <p:nvSpPr>
          <p:cNvPr id="6" name="TextBox 5"/>
          <p:cNvSpPr txBox="1"/>
          <p:nvPr>
            <p:custDataLst>
              <p:tags r:id="rId2"/>
            </p:custDataLst>
          </p:nvPr>
        </p:nvSpPr>
        <p:spPr>
          <a:xfrm>
            <a:off x="456567" y="3243583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Ghinwa Bahij</a:t>
            </a:r>
          </a:p>
        </p:txBody>
      </p:sp>
      <p:pic>
        <p:nvPicPr>
          <p:cNvPr id="2" name="Picture 1" descr="A person wearing a garment&#10;&#10;AI-generated content may be incorrect.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rcRect t="17463" r="-518" b="-79"/>
          <a:stretch>
            <a:fillRect/>
          </a:stretch>
        </p:blipFill>
        <p:spPr>
          <a:xfrm>
            <a:off x="2553035" y="78813"/>
            <a:ext cx="2090252" cy="3050136"/>
          </a:xfrm>
          <a:prstGeom prst="rect">
            <a:avLst/>
          </a:prstGeom>
        </p:spPr>
      </p:pic>
      <p:sp>
        <p:nvSpPr>
          <p:cNvPr id="3" name="TextBox 2"/>
          <p:cNvSpPr txBox="1"/>
          <p:nvPr>
            <p:custDataLst>
              <p:tags r:id="rId4"/>
            </p:custDataLst>
          </p:nvPr>
        </p:nvSpPr>
        <p:spPr>
          <a:xfrm>
            <a:off x="2708551" y="3242391"/>
            <a:ext cx="198781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Abishek Bhandari</a:t>
            </a:r>
          </a:p>
        </p:txBody>
      </p:sp>
      <p:pic>
        <p:nvPicPr>
          <p:cNvPr id="8" name="Picture 7" descr="A black background with white text&#10;&#10;AI-generated content may be incorrect.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59" y="5828342"/>
            <a:ext cx="2661636" cy="9431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80123" y="5228958"/>
            <a:ext cx="3826035" cy="369332"/>
          </a:xfrm>
          <a:prstGeom prst="rect">
            <a:avLst/>
          </a:prstGeom>
          <a:solidFill>
            <a:srgbClr val="ED7D3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Line mapping Project – Comp 3110</a:t>
            </a:r>
          </a:p>
        </p:txBody>
      </p:sp>
      <p:pic>
        <p:nvPicPr>
          <p:cNvPr id="7" name="Picture 6" descr="A person wearing headphones&#10;&#10;AI-generated content may be incorrect.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792" y="90316"/>
            <a:ext cx="2336595" cy="3027130"/>
          </a:xfrm>
          <a:prstGeom prst="rect">
            <a:avLst/>
          </a:prstGeom>
        </p:spPr>
      </p:pic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0251761" y="3242391"/>
            <a:ext cx="136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Evan Jolette</a:t>
            </a:r>
          </a:p>
        </p:txBody>
      </p:sp>
      <p:pic>
        <p:nvPicPr>
          <p:cNvPr id="4" name="Picture 3" descr="WhatsApp Image 2025-12-10 at 18.13.06_a06a0a32"/>
          <p:cNvPicPr>
            <a:picLocks noChangeAspect="1"/>
          </p:cNvPicPr>
          <p:nvPr/>
        </p:nvPicPr>
        <p:blipFill>
          <a:blip r:embed="rId12"/>
          <a:srcRect l="40428" r="3663" b="147"/>
          <a:stretch>
            <a:fillRect/>
          </a:stretch>
        </p:blipFill>
        <p:spPr>
          <a:xfrm>
            <a:off x="4821598" y="43390"/>
            <a:ext cx="2284730" cy="3073400"/>
          </a:xfrm>
          <a:prstGeom prst="rect">
            <a:avLst/>
          </a:prstGeom>
        </p:spPr>
      </p:pic>
      <p:sp>
        <p:nvSpPr>
          <p:cNvPr id="11" name="TextBox 2"/>
          <p:cNvSpPr txBox="1"/>
          <p:nvPr/>
        </p:nvSpPr>
        <p:spPr>
          <a:xfrm>
            <a:off x="5022797" y="3220374"/>
            <a:ext cx="2284730" cy="3683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r>
              <a:rPr lang="en-US" dirty="0"/>
              <a:t>Ahmed Mohammed</a:t>
            </a:r>
          </a:p>
        </p:txBody>
      </p:sp>
      <p:pic>
        <p:nvPicPr>
          <p:cNvPr id="19" name="Picture 18" descr="A person smiling for a selfie&#10;&#10;AI-generated content may be incorrect.">
            <a:extLst>
              <a:ext uri="{FF2B5EF4-FFF2-40B4-BE49-F238E27FC236}">
                <a16:creationId xmlns:a16="http://schemas.microsoft.com/office/drawing/2014/main" id="{B650B8CB-5B5D-3F2E-AFEF-DECA5DD940FB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51" y="43390"/>
            <a:ext cx="2203612" cy="30502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16536AA-D69E-48B5-CBAB-E2D78A76460F}"/>
              </a:ext>
            </a:extLst>
          </p:cNvPr>
          <p:cNvSpPr txBox="1"/>
          <p:nvPr/>
        </p:nvSpPr>
        <p:spPr>
          <a:xfrm>
            <a:off x="7599732" y="3224222"/>
            <a:ext cx="1611649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Jeffrey Chong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3918897637795,&quot;left&quot;:6.97740157480315,&quot;top&quot;:7.089606299212598,&quot;width&quot;:946.0451968503937}"/>
</p:tagLst>
</file>

<file path=ppt/theme/theme1.xml><?xml version="1.0" encoding="utf-8"?>
<a:theme xmlns:a="http://schemas.openxmlformats.org/drawingml/2006/main" name="JuxtaposeVTI">
  <a:themeElements>
    <a:clrScheme name="JuxtaposeVTI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JuxtaposeVTI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Juxtapo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Franklin Gothic Demi Cond</vt:lpstr>
      <vt:lpstr>Franklin Gothic Medium</vt:lpstr>
      <vt:lpstr>Wingdings</vt:lpstr>
      <vt:lpstr>JuxtaposeVTI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Ghinwa Bahij</dc:creator>
  <cp:lastModifiedBy>Jeffrey Chong</cp:lastModifiedBy>
  <cp:revision>42</cp:revision>
  <dcterms:created xsi:type="dcterms:W3CDTF">2025-12-10T21:11:00Z</dcterms:created>
  <dcterms:modified xsi:type="dcterms:W3CDTF">2025-12-10T23:36:48Z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9DF761F032C74953992F9DC482E374DF_12</vt:lpwstr>
  </property>
  <property fmtid="{D5CDD505-2E9C-101B-9397-08002B2CF9AE}" pid="3" name="KSOProductBuildVer">
    <vt:lpwstr>2057-12.2.0.23158</vt:lpwstr>
  </property>
</Properties>
</file>