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BBB97A-9056-4008-858D-A699350A1452}" v="2" dt="2025-12-10T23:12:21.9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65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an Jolette" userId="bc30d17129d9a724" providerId="LiveId" clId="{EBB92A94-6BB8-442D-AC04-03C6C233BC1F}"/>
    <pc:docChg chg="undo custSel modSld">
      <pc:chgData name="Evan Jolette" userId="bc30d17129d9a724" providerId="LiveId" clId="{EBB92A94-6BB8-442D-AC04-03C6C233BC1F}" dt="2025-12-10T23:12:54.187" v="33" actId="1076"/>
      <pc:docMkLst>
        <pc:docMk/>
      </pc:docMkLst>
      <pc:sldChg chg="addSp modSp mod">
        <pc:chgData name="Evan Jolette" userId="bc30d17129d9a724" providerId="LiveId" clId="{EBB92A94-6BB8-442D-AC04-03C6C233BC1F}" dt="2025-12-10T23:12:54.187" v="33" actId="1076"/>
        <pc:sldMkLst>
          <pc:docMk/>
          <pc:sldMk cId="2345586356" sldId="256"/>
        </pc:sldMkLst>
        <pc:spChg chg="add mod">
          <ac:chgData name="Evan Jolette" userId="bc30d17129d9a724" providerId="LiveId" clId="{EBB92A94-6BB8-442D-AC04-03C6C233BC1F}" dt="2025-12-10T23:12:54.187" v="33" actId="1076"/>
          <ac:spMkLst>
            <pc:docMk/>
            <pc:sldMk cId="2345586356" sldId="256"/>
            <ac:spMk id="9" creationId="{D4006928-138A-7649-AF67-FC6D93630A67}"/>
          </ac:spMkLst>
        </pc:spChg>
        <pc:picChg chg="add mod">
          <ac:chgData name="Evan Jolette" userId="bc30d17129d9a724" providerId="LiveId" clId="{EBB92A94-6BB8-442D-AC04-03C6C233BC1F}" dt="2025-12-10T23:11:55.265" v="17" actId="1076"/>
          <ac:picMkLst>
            <pc:docMk/>
            <pc:sldMk cId="2345586356" sldId="256"/>
            <ac:picMk id="7" creationId="{F04D6034-C312-4C5E-F1FF-052E0AAE4E7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A1C012-8297-4361-ACE8-A2509FB18911}"/>
              </a:ext>
            </a:extLst>
          </p:cNvPr>
          <p:cNvSpPr/>
          <p:nvPr/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EC2572-8518-46FF-8F60-FE2963DF4A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0120" y="640080"/>
            <a:ext cx="10268712" cy="3227832"/>
          </a:xfrm>
        </p:spPr>
        <p:txBody>
          <a:bodyPr anchor="b">
            <a:normAutofit/>
          </a:bodyPr>
          <a:lstStyle>
            <a:lvl1pPr algn="ctr"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0C76A-7715-48A4-8CF5-14BBF6196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" y="4526280"/>
            <a:ext cx="10268712" cy="1508760"/>
          </a:xfrm>
        </p:spPr>
        <p:txBody>
          <a:bodyPr>
            <a:norm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2D4EF84-F7DF-49C5-9285-301284ADB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81266E04-79AF-49EF-86BC-DB29D304B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0DF5B53-9A9A-46CE-A910-25ADA587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882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80910-921F-4143-AB01-0F0AFC290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182FC-5A0B-4C24-A6ED-990ED5BA9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6172F4-3DB0-4AE3-8926-081B7803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5F1358-C731-465B-BCB1-2CCBFD6EC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59536-57D3-4C8A-A207-568465A32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1971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81E0804-8E9E-4C6E-B18D-44FE715B239E}"/>
              </a:ext>
            </a:extLst>
          </p:cNvPr>
          <p:cNvSpPr/>
          <p:nvPr/>
        </p:nvSpPr>
        <p:spPr>
          <a:xfrm>
            <a:off x="0" y="0"/>
            <a:ext cx="12192000" cy="422497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278AA1-17A5-44BF-8791-EACDA31F5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768096"/>
            <a:ext cx="10268712" cy="3136392"/>
          </a:xfrm>
        </p:spPr>
        <p:txBody>
          <a:bodyPr anchor="b">
            <a:normAutofit/>
          </a:bodyPr>
          <a:lstStyle>
            <a:lvl1pPr>
              <a:defRPr sz="72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1203A5-DA79-4778-AB85-1503657484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0" y="4544568"/>
            <a:ext cx="10268712" cy="1545336"/>
          </a:xfrm>
        </p:spPr>
        <p:txBody>
          <a:bodyPr>
            <a:norm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E3B1B5E-0912-44AE-BAED-70B980E53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46C82F1-A7B2-4F03-A26B-59D79BF5B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1DC1ABC-47A9-477B-A29D-F6690EE6B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8968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5F398-F05F-4793-9FA5-5B817EB95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7F1CD-2CD4-4BBB-AB36-73A20B1A8D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60120" y="2587752"/>
            <a:ext cx="4815840" cy="35935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BBE02-B884-4CCC-9CBD-13B792BBA2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2992" y="2583371"/>
            <a:ext cx="4815840" cy="35935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7FBE509-AA68-4D63-A589-AD5DE7FFF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C1A4D52-57E4-4F45-BC2C-9FD73E9CE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76AD5E1-358D-4236-85AE-74713259E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405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7D32C-166A-4FBE-B24D-C2576909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1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9EC567-F249-462A-B71A-9C40D50E2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60120" y="3594538"/>
            <a:ext cx="4818888" cy="25868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B7D2C6-69D1-4DE4-BF68-5FB0623DB9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9944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367CC7-ED09-4F8D-A39A-C5969D33B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09944" y="3594538"/>
            <a:ext cx="4818888" cy="25868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F92A44F-DE98-4FB5-B474-5DCCDD267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ACC79DA-A9E4-4E93-93F1-81907A901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04DFE57-AA80-4ED8-AD77-35CC56F3F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B62259C-ADDF-4293-AD3B-AB2E04A7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41197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BA0-DC57-452F-85B7-C979AA69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1C53797-8D72-4774-AC93-EB9FDD650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E945AB7-1A32-4516-ABF9-B40958AE2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22923C3-1D67-4089-A6B1-9A10315E8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220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A8DC1-14F6-453B-A724-D6493F063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63FF0-1A91-4698-B12A-112D05373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66D53-44B3-4F04-93FD-9756A601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757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3A0FE-F7E3-433E-9A29-D778690D2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2591850"/>
            <a:ext cx="6045644" cy="3593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4B15D-55F5-4208-AF40-41CAFEB56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0120" y="2591850"/>
            <a:ext cx="3811905" cy="3277137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8A46CE7-2F0F-4C85-B633-B9FCB8347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0900919-3A73-4918-9D97-8DBE7ABB7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BC1001-E44E-4A9A-9E60-2E319A844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125AC31-022C-40AA-B65C-C9AC48395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491469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97A575-703F-410E-9A84-F9B578FEAE8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0" y="2267712"/>
            <a:ext cx="6571469" cy="459028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18B509-934D-400A-A922-45B61AC6E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235971" y="2587752"/>
            <a:ext cx="3992856" cy="3593592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813C51-6954-4F3A-A043-D1BCC8B50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0AC32FB-49A3-40E4-9D24-177597043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>
              <a:effectLst>
                <a:outerShdw blurRad="50800" dist="38100" dir="2700000" algn="tl" rotWithShape="0">
                  <a:prstClr val="black">
                    <a:alpha val="43000"/>
                  </a:prstClr>
                </a:outerShdw>
              </a:effectLst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C93F5E6-DAE6-447B-8038-5F4C9A799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FF97FB-514D-4FE8-A9A4-E9A111A56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8108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327B9-64C6-4AFE-8E67-F60CD17A8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2656D-F600-4D76-8A0F-BDBE7875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13412-4939-4879-B91F-BB5B029B6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237DB9-DE7D-4687-82D7-612600F06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819356-0444-4C23-82D3-E2FDE28D3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905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EB51B7C-D548-4AB7-90A4-C196105E6D56}"/>
              </a:ext>
            </a:extLst>
          </p:cNvPr>
          <p:cNvSpPr/>
          <p:nvPr/>
        </p:nvSpPr>
        <p:spPr>
          <a:xfrm>
            <a:off x="7108274" y="0"/>
            <a:ext cx="508372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DC521B-8B54-4843-9FF4-B2C30FA004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51740" y="643467"/>
            <a:ext cx="3477092" cy="5533495"/>
          </a:xfrm>
        </p:spPr>
        <p:txBody>
          <a:bodyPr vert="eaVert" tIns="91440" bIns="9144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0E3F10-9E27-41E6-A965-4243E37BE3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60120" y="643467"/>
            <a:ext cx="5504687" cy="5533496"/>
          </a:xfrm>
        </p:spPr>
        <p:txBody>
          <a:bodyPr vert="eaVert" tIns="91440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41D62D-51A0-4AD7-8027-BF548FB6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7898" y="6356350"/>
            <a:ext cx="252279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857492-A701-44A1-B1D5-7B2C8CD06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D2E8AE-F1AA-4D19-A434-102501D3B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775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D153959-30FA-4987-A094-7243641F474B}"/>
              </a:ext>
            </a:extLst>
          </p:cNvPr>
          <p:cNvSpPr/>
          <p:nvPr/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216229-A6DB-436A-B327-667E80F0A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2B351D-270D-480D-8AF5-6A213ED2B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0" y="2587752"/>
            <a:ext cx="10268712" cy="3593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B0E73-3310-4A8F-BB4A-7A6A99121A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03720" y="6356350"/>
            <a:ext cx="32369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just">
              <a:defRPr sz="1200" spc="50" baseline="0">
                <a:solidFill>
                  <a:schemeClr val="tx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pPr algn="r"/>
              <a:t>12/10/2025</a:t>
            </a:fld>
            <a:endParaRPr lang="en-US" spc="5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81C4C0-515B-4404-A780-C31E7DFE54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60120" y="6356350"/>
            <a:ext cx="5504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50" baseline="0">
                <a:solidFill>
                  <a:schemeClr val="tx1"/>
                </a:solidFill>
              </a:defRPr>
            </a:lvl1pPr>
          </a:lstStyle>
          <a:p>
            <a:endParaRPr lang="en-US" spc="5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C30C7-F013-428C-A6F7-A8CCCD14CE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96144" y="6356350"/>
            <a:ext cx="932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431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600" kern="1200" cap="all" spc="12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1000"/>
        </a:lnSpc>
        <a:spcBef>
          <a:spcPts val="700"/>
        </a:spcBef>
        <a:spcAft>
          <a:spcPts val="700"/>
        </a:spcAft>
        <a:buFont typeface="Arial" panose="020B0604020202020204" pitchFamily="34" charset="0"/>
        <a:buNone/>
        <a:defRPr sz="260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23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27432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59436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wearing a white scarf&#10;&#10;AI-generated content may be incorrect.">
            <a:extLst>
              <a:ext uri="{FF2B5EF4-FFF2-40B4-BE49-F238E27FC236}">
                <a16:creationId xmlns:a16="http://schemas.microsoft.com/office/drawing/2014/main" id="{02C9DA66-F146-C24D-367D-7266A2C128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13" y="90038"/>
            <a:ext cx="2224209" cy="30545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B04B66-7945-366D-432E-60A2D5842E2C}"/>
              </a:ext>
            </a:extLst>
          </p:cNvPr>
          <p:cNvSpPr txBox="1"/>
          <p:nvPr/>
        </p:nvSpPr>
        <p:spPr>
          <a:xfrm>
            <a:off x="456567" y="3243583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Ghinwa Bahij</a:t>
            </a:r>
          </a:p>
        </p:txBody>
      </p:sp>
      <p:pic>
        <p:nvPicPr>
          <p:cNvPr id="2" name="Picture 1" descr="A person wearing a garment&#10;&#10;AI-generated content may be incorrect.">
            <a:extLst>
              <a:ext uri="{FF2B5EF4-FFF2-40B4-BE49-F238E27FC236}">
                <a16:creationId xmlns:a16="http://schemas.microsoft.com/office/drawing/2014/main" id="{F452286C-9641-98B0-7D6F-09A86F2AE1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463" r="-518" b="-79"/>
          <a:stretch>
            <a:fillRect/>
          </a:stretch>
        </p:blipFill>
        <p:spPr>
          <a:xfrm>
            <a:off x="2752422" y="90316"/>
            <a:ext cx="2090252" cy="30501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9FA1B9-CA28-DC69-A059-C6709CD033A8}"/>
              </a:ext>
            </a:extLst>
          </p:cNvPr>
          <p:cNvSpPr txBox="1"/>
          <p:nvPr/>
        </p:nvSpPr>
        <p:spPr>
          <a:xfrm>
            <a:off x="2799340" y="3242391"/>
            <a:ext cx="198781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Abishek Bhandari</a:t>
            </a:r>
          </a:p>
        </p:txBody>
      </p:sp>
      <p:pic>
        <p:nvPicPr>
          <p:cNvPr id="8" name="Picture 7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915B0C8E-5130-2994-A96A-AEB3BC390C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59" y="5828342"/>
            <a:ext cx="2661636" cy="9431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530D20-E237-39E8-386F-29764C052D35}"/>
              </a:ext>
            </a:extLst>
          </p:cNvPr>
          <p:cNvSpPr txBox="1"/>
          <p:nvPr/>
        </p:nvSpPr>
        <p:spPr>
          <a:xfrm>
            <a:off x="4180123" y="5228958"/>
            <a:ext cx="3826035" cy="369332"/>
          </a:xfrm>
          <a:prstGeom prst="rect">
            <a:avLst/>
          </a:prstGeom>
          <a:solidFill>
            <a:srgbClr val="ED7D3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Line mapping Project – Comp 3110</a:t>
            </a:r>
          </a:p>
        </p:txBody>
      </p:sp>
      <p:pic>
        <p:nvPicPr>
          <p:cNvPr id="7" name="Picture 6" descr="A person wearing headphones&#10;&#10;AI-generated content may be incorrect.">
            <a:extLst>
              <a:ext uri="{FF2B5EF4-FFF2-40B4-BE49-F238E27FC236}">
                <a16:creationId xmlns:a16="http://schemas.microsoft.com/office/drawing/2014/main" id="{F04D6034-C312-4C5E-F1FF-052E0AAE4E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6792" y="90316"/>
            <a:ext cx="2336595" cy="3050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006928-138A-7649-AF67-FC6D93630A67}"/>
              </a:ext>
            </a:extLst>
          </p:cNvPr>
          <p:cNvSpPr txBox="1"/>
          <p:nvPr/>
        </p:nvSpPr>
        <p:spPr>
          <a:xfrm>
            <a:off x="10251761" y="3242391"/>
            <a:ext cx="136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Evan Jolette</a:t>
            </a:r>
          </a:p>
        </p:txBody>
      </p:sp>
    </p:spTree>
    <p:extLst>
      <p:ext uri="{BB962C8B-B14F-4D97-AF65-F5344CB8AC3E}">
        <p14:creationId xmlns:p14="http://schemas.microsoft.com/office/powerpoint/2010/main" val="2345586356"/>
      </p:ext>
    </p:extLst>
  </p:cSld>
  <p:clrMapOvr>
    <a:masterClrMapping/>
  </p:clrMapOvr>
</p:sld>
</file>

<file path=ppt/theme/theme1.xml><?xml version="1.0" encoding="utf-8"?>
<a:theme xmlns:a="http://schemas.openxmlformats.org/drawingml/2006/main" name="JuxtaposeVTI">
  <a:themeElements>
    <a:clrScheme name="JuxtaposeVTI">
      <a:dk1>
        <a:sysClr val="windowText" lastClr="000000"/>
      </a:dk1>
      <a:lt1>
        <a:sysClr val="window" lastClr="FFFFFF"/>
      </a:lt1>
      <a:dk2>
        <a:srgbClr val="3F3F3F"/>
      </a:dk2>
      <a:lt2>
        <a:srgbClr val="F8F7F5"/>
      </a:lt2>
      <a:accent1>
        <a:srgbClr val="F99700"/>
      </a:accent1>
      <a:accent2>
        <a:srgbClr val="00BAC7"/>
      </a:accent2>
      <a:accent3>
        <a:srgbClr val="FF5C21"/>
      </a:accent3>
      <a:accent4>
        <a:srgbClr val="6F7EFD"/>
      </a:accent4>
      <a:accent5>
        <a:srgbClr val="ACACAC"/>
      </a:accent5>
      <a:accent6>
        <a:srgbClr val="737373"/>
      </a:accent6>
      <a:hlink>
        <a:srgbClr val="0099FF"/>
      </a:hlink>
      <a:folHlink>
        <a:srgbClr val="868686"/>
      </a:folHlink>
    </a:clrScheme>
    <a:fontScheme name="JuxtaposeVTI">
      <a:majorFont>
        <a:latin typeface="Franklin Gothic Demi Cond" panose="020B0706030402020204"/>
        <a:ea typeface=""/>
        <a:cs typeface=""/>
      </a:majorFont>
      <a:minorFont>
        <a:latin typeface="Franklin Gothic Medium" panose="020B0603020102020204"/>
        <a:ea typeface=""/>
        <a:cs typeface=""/>
      </a:minorFont>
    </a:fontScheme>
    <a:fmtScheme name="Juxtapos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JuxtaposeVTI" id="{B0236716-CA63-41C1-B6AD-997AE15F064B}" vid="{0E0AE8FC-D493-434E-BDCC-ED5FFB2DAEE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Franklin Gothic Demi Cond</vt:lpstr>
      <vt:lpstr>Franklin Gothic Medium</vt:lpstr>
      <vt:lpstr>Wingdings</vt:lpstr>
      <vt:lpstr>JuxtaposeVTI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Ghinwa Bahij</dc:creator>
  <cp:lastModifiedBy>Evan Jolette</cp:lastModifiedBy>
  <cp:revision>40</cp:revision>
  <dcterms:created xsi:type="dcterms:W3CDTF">2025-12-10T21:11:10Z</dcterms:created>
  <dcterms:modified xsi:type="dcterms:W3CDTF">2025-12-10T23:13:00Z</dcterms:modified>
</cp:coreProperties>
</file>