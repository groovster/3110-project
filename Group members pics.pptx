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E2F244-7F73-97ED-936F-64EB471DA734}" v="119" dt="2025-12-10T22:57:11.6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12/10/2025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882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971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12/10/2025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968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12/10/2025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405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12/10/2025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1197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220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57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49146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8108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905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12/10/2025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77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12/10/2025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431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earing a white scarf&#10;&#10;AI-generated content may be incorrect.">
            <a:extLst>
              <a:ext uri="{FF2B5EF4-FFF2-40B4-BE49-F238E27FC236}">
                <a16:creationId xmlns:a16="http://schemas.microsoft.com/office/drawing/2014/main" id="{02C9DA66-F146-C24D-367D-7266A2C12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3" y="90038"/>
            <a:ext cx="2224209" cy="3054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B04B66-7945-366D-432E-60A2D5842E2C}"/>
              </a:ext>
            </a:extLst>
          </p:cNvPr>
          <p:cNvSpPr txBox="1"/>
          <p:nvPr/>
        </p:nvSpPr>
        <p:spPr>
          <a:xfrm>
            <a:off x="456567" y="3243583"/>
            <a:ext cx="1489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Ghinwa Bahij</a:t>
            </a:r>
          </a:p>
        </p:txBody>
      </p:sp>
      <p:pic>
        <p:nvPicPr>
          <p:cNvPr id="2" name="Picture 1" descr="A person wearing a garment&#10;&#10;AI-generated content may be incorrect.">
            <a:extLst>
              <a:ext uri="{FF2B5EF4-FFF2-40B4-BE49-F238E27FC236}">
                <a16:creationId xmlns:a16="http://schemas.microsoft.com/office/drawing/2014/main" id="{F452286C-9641-98B0-7D6F-09A86F2AE1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463" r="-518" b="-79"/>
          <a:stretch>
            <a:fillRect/>
          </a:stretch>
        </p:blipFill>
        <p:spPr>
          <a:xfrm>
            <a:off x="2752422" y="90316"/>
            <a:ext cx="2090252" cy="30501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9FA1B9-CA28-DC69-A059-C6709CD033A8}"/>
              </a:ext>
            </a:extLst>
          </p:cNvPr>
          <p:cNvSpPr txBox="1"/>
          <p:nvPr/>
        </p:nvSpPr>
        <p:spPr>
          <a:xfrm>
            <a:off x="2799340" y="3242391"/>
            <a:ext cx="19878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Abishek Bhandari</a:t>
            </a:r>
          </a:p>
        </p:txBody>
      </p:sp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15B0C8E-5130-2994-A96A-AEB3BC390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9" y="5828342"/>
            <a:ext cx="2661636" cy="9431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530D20-E237-39E8-386F-29764C052D35}"/>
              </a:ext>
            </a:extLst>
          </p:cNvPr>
          <p:cNvSpPr txBox="1"/>
          <p:nvPr/>
        </p:nvSpPr>
        <p:spPr>
          <a:xfrm>
            <a:off x="4180123" y="5228958"/>
            <a:ext cx="3826035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Line mapping Project – Comp 3110</a:t>
            </a:r>
          </a:p>
        </p:txBody>
      </p:sp>
    </p:spTree>
    <p:extLst>
      <p:ext uri="{BB962C8B-B14F-4D97-AF65-F5344CB8AC3E}">
        <p14:creationId xmlns:p14="http://schemas.microsoft.com/office/powerpoint/2010/main" val="2345586356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JuxtaposeVTI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Ghinwa Bahij</dc:creator>
  <cp:lastModifiedBy>Ghinwa Bahij</cp:lastModifiedBy>
  <cp:revision>40</cp:revision>
  <dcterms:created xsi:type="dcterms:W3CDTF">2025-12-10T21:11:10Z</dcterms:created>
  <dcterms:modified xsi:type="dcterms:W3CDTF">2025-12-10T22:57:20Z</dcterms:modified>
</cp:coreProperties>
</file>