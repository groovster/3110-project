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65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>
            <a:lvl1pPr algn="ctr"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>
            <a:norm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42249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120" y="768096"/>
            <a:ext cx="10268712" cy="3136392"/>
          </a:xfrm>
        </p:spPr>
        <p:txBody>
          <a:bodyPr anchor="b">
            <a:normAutofit/>
          </a:bodyPr>
          <a:lstStyle>
            <a:lvl1pPr>
              <a:defRPr sz="7200" baseline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120" y="4544568"/>
            <a:ext cx="10268712" cy="1545336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2992" y="2583371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121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0120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9944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9944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850"/>
            <a:ext cx="6045644" cy="3593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2267712"/>
            <a:ext cx="6571469" cy="459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5971" y="2587752"/>
            <a:ext cx="3992856" cy="3593592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>
              <a:effectLst>
                <a:outerShdw blurRad="50800" dist="38100" dir="2700000" algn="tl" rotWithShape="0">
                  <a:prstClr val="black">
                    <a:alpha val="43000"/>
                  </a:prstClr>
                </a:outerShdw>
              </a:effectLst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7108274" y="0"/>
            <a:ext cx="50837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51740" y="643467"/>
            <a:ext cx="3477092" cy="5533495"/>
          </a:xfrm>
        </p:spPr>
        <p:txBody>
          <a:bodyPr vert="eaVert" tIns="91440" bIns="9144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0120" y="643467"/>
            <a:ext cx="5504687" cy="5533496"/>
          </a:xfrm>
        </p:spPr>
        <p:txBody>
          <a:bodyPr vert="eaVert" tIns="91440" bIns="9144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17898" y="6356350"/>
            <a:ext cx="25227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120" y="2587752"/>
            <a:ext cx="10268712" cy="3593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3720" y="6356350"/>
            <a:ext cx="323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just">
              <a:defRPr sz="1200" spc="50" baseline="0">
                <a:solidFill>
                  <a:schemeClr val="tx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</a:fld>
            <a:endParaRPr lang="en-US" spc="5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60120" y="6356350"/>
            <a:ext cx="5504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50" baseline="0">
                <a:solidFill>
                  <a:schemeClr val="tx1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96144" y="6356350"/>
            <a:ext cx="932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 cap="all" spc="12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1000"/>
        </a:lnSpc>
        <a:spcBef>
          <a:spcPts val="700"/>
        </a:spcBef>
        <a:spcAft>
          <a:spcPts val="700"/>
        </a:spcAft>
        <a:buFont typeface="Arial" panose="020B0604020202020204" pitchFamily="34" charset="0"/>
        <a:buNone/>
        <a:defRPr sz="26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23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59436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jpeg"/><Relationship Id="rId8" Type="http://schemas.openxmlformats.org/officeDocument/2006/relationships/tags" Target="../tags/tag5.xml"/><Relationship Id="rId7" Type="http://schemas.openxmlformats.org/officeDocument/2006/relationships/image" Target="../media/image3.png"/><Relationship Id="rId6" Type="http://schemas.openxmlformats.org/officeDocument/2006/relationships/tags" Target="../tags/tag4.xml"/><Relationship Id="rId5" Type="http://schemas.openxmlformats.org/officeDocument/2006/relationships/image" Target="../media/image2.jpe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jpeg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5.jpeg"/><Relationship Id="rId10" Type="http://schemas.openxmlformats.org/officeDocument/2006/relationships/tags" Target="../tags/tag6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earing a white scarf&#10;&#10;AI-generated content may be incorrect.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13" y="90038"/>
            <a:ext cx="2224209" cy="3054585"/>
          </a:xfrm>
          <a:prstGeom prst="rect">
            <a:avLst/>
          </a:prstGeom>
        </p:spPr>
      </p:pic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456567" y="3243583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Ghinwa Bahij</a:t>
            </a:r>
            <a:endParaRPr lang="en-CA" dirty="0"/>
          </a:p>
        </p:txBody>
      </p:sp>
      <p:pic>
        <p:nvPicPr>
          <p:cNvPr id="2" name="Picture 1" descr="A person wearing a garment&#10;&#10;AI-generated content may be incorrect.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rcRect t="17463" r="-518" b="-79"/>
          <a:stretch>
            <a:fillRect/>
          </a:stretch>
        </p:blipFill>
        <p:spPr>
          <a:xfrm>
            <a:off x="2752422" y="90316"/>
            <a:ext cx="2090252" cy="3050136"/>
          </a:xfrm>
          <a:prstGeom prst="rect">
            <a:avLst/>
          </a:prstGeom>
        </p:spPr>
      </p:pic>
      <p:sp>
        <p:nvSpPr>
          <p:cNvPr id="3" name="TextBox 2"/>
          <p:cNvSpPr txBox="1"/>
          <p:nvPr>
            <p:custDataLst>
              <p:tags r:id="rId6"/>
            </p:custDataLst>
          </p:nvPr>
        </p:nvSpPr>
        <p:spPr>
          <a:xfrm>
            <a:off x="2799340" y="3242391"/>
            <a:ext cx="198781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r>
              <a:rPr lang="en-US" dirty="0"/>
              <a:t>Abishek Bhandari</a:t>
            </a:r>
            <a:endParaRPr lang="en-US" dirty="0"/>
          </a:p>
        </p:txBody>
      </p:sp>
      <p:pic>
        <p:nvPicPr>
          <p:cNvPr id="8" name="Picture 7" descr="A black background with white text&#10;&#10;AI-generated content may be incorrect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9" y="5828342"/>
            <a:ext cx="2661636" cy="9431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80123" y="5228958"/>
            <a:ext cx="3826035" cy="369332"/>
          </a:xfrm>
          <a:prstGeom prst="rect">
            <a:avLst/>
          </a:prstGeom>
          <a:solidFill>
            <a:srgbClr val="ED7D3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r>
              <a:rPr lang="en-US" dirty="0"/>
              <a:t>Line mapping Project – Comp 3110</a:t>
            </a:r>
            <a:endParaRPr lang="en-US" dirty="0"/>
          </a:p>
        </p:txBody>
      </p:sp>
      <p:pic>
        <p:nvPicPr>
          <p:cNvPr id="7" name="Picture 6" descr="A person wearing headphones&#10;&#10;AI-generated content may be incorrect.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792" y="90316"/>
            <a:ext cx="2336595" cy="3050136"/>
          </a:xfrm>
          <a:prstGeom prst="rect">
            <a:avLst/>
          </a:prstGeom>
        </p:spPr>
      </p:pic>
      <p:sp>
        <p:nvSpPr>
          <p:cNvPr id="9" name="TextBox 8"/>
          <p:cNvSpPr txBox="1"/>
          <p:nvPr>
            <p:custDataLst>
              <p:tags r:id="rId10"/>
            </p:custDataLst>
          </p:nvPr>
        </p:nvSpPr>
        <p:spPr>
          <a:xfrm>
            <a:off x="10251761" y="3242391"/>
            <a:ext cx="136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Evan Jolette</a:t>
            </a:r>
            <a:endParaRPr lang="en-US" dirty="0"/>
          </a:p>
        </p:txBody>
      </p:sp>
      <p:pic>
        <p:nvPicPr>
          <p:cNvPr id="4" name="Picture 3" descr="WhatsApp Image 2025-12-10 at 18.13.06_a06a0a32"/>
          <p:cNvPicPr>
            <a:picLocks noChangeAspect="1"/>
          </p:cNvPicPr>
          <p:nvPr/>
        </p:nvPicPr>
        <p:blipFill>
          <a:blip r:embed="rId11"/>
          <a:srcRect l="40428" r="3663" b="147"/>
          <a:stretch>
            <a:fillRect/>
          </a:stretch>
        </p:blipFill>
        <p:spPr>
          <a:xfrm>
            <a:off x="5282565" y="67310"/>
            <a:ext cx="2284730" cy="3073400"/>
          </a:xfrm>
          <a:prstGeom prst="rect">
            <a:avLst/>
          </a:prstGeom>
        </p:spPr>
      </p:pic>
      <p:sp>
        <p:nvSpPr>
          <p:cNvPr id="11" name="TextBox 2"/>
          <p:cNvSpPr txBox="1"/>
          <p:nvPr/>
        </p:nvSpPr>
        <p:spPr>
          <a:xfrm>
            <a:off x="5282565" y="3243580"/>
            <a:ext cx="2284730" cy="3683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r>
              <a:rPr lang="en-US" dirty="0"/>
              <a:t>Ahmed Mohammed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2.xml><?xml version="1.0" encoding="utf-8"?>
<p:tagLst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3.xml><?xml version="1.0" encoding="utf-8"?>
<p:tagLst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4.xml><?xml version="1.0" encoding="utf-8"?>
<p:tagLst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5.xml><?xml version="1.0" encoding="utf-8"?>
<p:tagLst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6.xml><?xml version="1.0" encoding="utf-8"?>
<p:tagLst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heme/theme1.xml><?xml version="1.0" encoding="utf-8"?>
<a:theme xmlns:a="http://schemas.openxmlformats.org/drawingml/2006/main" name="JuxtaposeVTI">
  <a:themeElements>
    <a:clrScheme name="JuxtaposeVTI">
      <a:dk1>
        <a:sysClr val="windowText" lastClr="000000"/>
      </a:dk1>
      <a:lt1>
        <a:sysClr val="window" lastClr="FFFFFF"/>
      </a:lt1>
      <a:dk2>
        <a:srgbClr val="3F3F3F"/>
      </a:dk2>
      <a:lt2>
        <a:srgbClr val="F8F7F5"/>
      </a:lt2>
      <a:accent1>
        <a:srgbClr val="F99700"/>
      </a:accent1>
      <a:accent2>
        <a:srgbClr val="00BAC7"/>
      </a:accent2>
      <a:accent3>
        <a:srgbClr val="FF5C21"/>
      </a:accent3>
      <a:accent4>
        <a:srgbClr val="6F7EFD"/>
      </a:accent4>
      <a:accent5>
        <a:srgbClr val="ACACAC"/>
      </a:accent5>
      <a:accent6>
        <a:srgbClr val="737373"/>
      </a:accent6>
      <a:hlink>
        <a:srgbClr val="0099FF"/>
      </a:hlink>
      <a:folHlink>
        <a:srgbClr val="868686"/>
      </a:folHlink>
    </a:clrScheme>
    <a:fontScheme name="JuxtaposeVTI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Juxtapo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</Words>
  <Application>WPS Presentation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Franklin Gothic Medium</vt:lpstr>
      <vt:lpstr>Microsoft YaHei</vt:lpstr>
      <vt:lpstr>Arial Unicode MS</vt:lpstr>
      <vt:lpstr>Franklin Gothic Demi Cond</vt:lpstr>
      <vt:lpstr>Segoe Print</vt:lpstr>
      <vt:lpstr>Calibri</vt:lpstr>
      <vt:lpstr>JuxtaposeVTI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Ghinwa Bahij</dc:creator>
  <cp:lastModifiedBy>ahmed</cp:lastModifiedBy>
  <cp:revision>41</cp:revision>
  <dcterms:created xsi:type="dcterms:W3CDTF">2025-12-10T21:11:00Z</dcterms:created>
  <dcterms:modified xsi:type="dcterms:W3CDTF">2025-12-10T23:19:42Z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9DF761F032C74953992F9DC482E374DF_12</vt:lpwstr>
  </property>
  <property fmtid="{D5CDD505-2E9C-101B-9397-08002B2CF9AE}" pid="3" name="KSOProductBuildVer">
    <vt:lpwstr>2057-12.2.0.23158</vt:lpwstr>
  </property>
</Properties>
</file>