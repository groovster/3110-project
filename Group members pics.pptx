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1F2CF-0826-10E4-CB5E-BBF5B7608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E51DA-3FA2-6195-EF8C-6163902189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68429-CF18-9BCA-D575-2F87882A9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94FBB-F5AB-3C37-7814-EA1F1C41B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370C4-768A-519A-B67D-FC503E812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9165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12AE8-1B48-3DF9-294C-82731A46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FACA4-AC70-E04E-2AE2-6EDD13A86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2B20D-CC33-9329-8215-CA15648F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17951-AE26-C28A-BBD5-5A2719882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7ED8D-85DA-4A9B-652D-8CF180350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3668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CDA7-4CD0-2479-FEC9-0C02C6C9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1E791-078E-DA0E-8D65-176D0F4E0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04BD-8579-ACE0-1E7D-C6F7A600B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A659D-401E-3358-5FC9-DD09EF27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2616-3BE7-A91C-4F5E-B9B08590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4189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73F76-7B57-F926-8738-F4423EED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DB5AB-EDFC-6B3A-51DA-6D76D072AF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5B324E-4169-C811-2436-45ECC2B05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42C60-4993-AC58-D78C-654550CBB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DBFACC-891B-9C02-1987-24604EE12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7D68F4-6B6C-BB1E-CB4B-B2D05CEB5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7717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CE552-66D0-D28E-F80F-9922BC7AE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0DE36D-2C23-40DD-F3F6-FEC5D2089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CF72F-09B2-F76B-4A7B-5232B2D95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EE267-1F8A-FB7F-4E3D-8F3FE7DC98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5E8E96-1F56-F7D7-584C-B8AD6358B6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23CAF0-58A0-86E2-EB56-F8D0CF1D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2C691-F6F3-3136-9498-07E2F5942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ABC3A-A7E3-92AF-1562-F3E9DA2BE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6048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82BD4-3EF2-F87A-F904-CC461823C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4F9942-1EE3-AAF0-011E-5FE4D3372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262F3-B177-A3FD-8B68-DE7CD28E5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B7157E-4BB5-4E4F-40D4-E591C2A66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482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4219D4-7175-5676-C588-4960AF9D7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AD9102-0732-737F-E1E7-1B6088C42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0D250-A185-D5EF-D4E2-CF5133A1D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83528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011AD-F620-FC75-42AC-AC31ACD5A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D1B6-7495-B60C-0403-DE742BD9D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226657-5F44-5B99-1961-381B47867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4FFBD-57CA-0FF3-1C66-8B064328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EF7DD-C852-A6C6-06F3-2FE84C6A3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E68B4-9584-EF85-311B-4E2F92144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04236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ECC6A-9CAC-B231-9BA5-833C93A9A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BC9101-8D47-1439-E61A-151D0C8CF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436F3-9916-2E07-B7D7-E35AA99F1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5DE667-1382-1FC8-A795-41A59F601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7DD2F1-17D6-5C95-EB9B-621C304B9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E83826-98BB-42CF-831F-88ADEC5B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7056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20895-72CC-7E46-745C-48839C2EA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78D6F6-EB2A-C1DA-1942-EE76E3909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EFCBC-92CC-B800-B64F-214E18EAA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C27067-C959-54F1-8E4A-1E7E98B7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20C61-C677-623E-920E-20E56DFA5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2526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3FC4F0-BB8A-F4D8-9077-FC4961E1C8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008B37-07C6-BB51-2415-F2BBCFB45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4C621F-3AB6-21F4-C954-DFE991E8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9A0E9-6133-DEB1-B208-0167979E0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1E1C9-8D3A-3CCB-9477-53EF3F1A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328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60CF02-B484-207E-280B-85E4A381A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14B5B-18FF-A203-7BBF-8905A4472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59C0C-8B11-EDEE-F407-905A09F96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303800-ED36-4B22-B358-81A95F1C0BE2}" type="datetimeFigureOut">
              <a:rPr lang="en-CA" smtClean="0"/>
              <a:t>2025-12-10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7B805-EF48-B02D-9085-D4966A3546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20715-D204-ADBE-0B79-9D3D2EDDB2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FC050A-829A-4201-8DBE-D67ACEBC21D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0129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earing a white scarf&#10;&#10;AI-generated content may be incorrect.">
            <a:extLst>
              <a:ext uri="{FF2B5EF4-FFF2-40B4-BE49-F238E27FC236}">
                <a16:creationId xmlns:a16="http://schemas.microsoft.com/office/drawing/2014/main" id="{02C9DA66-F146-C24D-367D-7266A2C12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225" y="260780"/>
            <a:ext cx="2513983" cy="34516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B04B66-7945-366D-432E-60A2D5842E2C}"/>
              </a:ext>
            </a:extLst>
          </p:cNvPr>
          <p:cNvSpPr txBox="1"/>
          <p:nvPr/>
        </p:nvSpPr>
        <p:spPr>
          <a:xfrm>
            <a:off x="585216" y="3712463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Ghinwa Bahij</a:t>
            </a:r>
          </a:p>
        </p:txBody>
      </p:sp>
    </p:spTree>
    <p:extLst>
      <p:ext uri="{BB962C8B-B14F-4D97-AF65-F5344CB8AC3E}">
        <p14:creationId xmlns:p14="http://schemas.microsoft.com/office/powerpoint/2010/main" val="2345586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Ghinwa Bahij</dc:creator>
  <cp:lastModifiedBy>Ghinwa Bahij</cp:lastModifiedBy>
  <cp:revision>1</cp:revision>
  <dcterms:created xsi:type="dcterms:W3CDTF">2025-12-10T21:11:10Z</dcterms:created>
  <dcterms:modified xsi:type="dcterms:W3CDTF">2025-12-10T21:12:43Z</dcterms:modified>
</cp:coreProperties>
</file>